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6AAF3D"/>
          </a:solidFill>
          <a:ln w="12700">
            <a:solidFill>
              <a:srgbClr val="6AA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914400"/>
            <a:ext cx="8321040" cy="27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617720"/>
            <a:ext cx="8321040" cy="27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300" kern="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RUNNING COACH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AA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Tommi Raivisto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NUTS Ylläs Pallas 100 km  ·  Heinäkuu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4663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Cowork-workspace arkkitehtuuri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A"/>
          </a:solidFill>
          <a:ln w="12700">
            <a:solidFill>
              <a:srgbClr val="1B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Ulkoiset liittymät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D7A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868680"/>
          </a:xfrm>
          <a:prstGeom prst="rect">
            <a:avLst/>
          </a:prstGeom>
          <a:solidFill>
            <a:srgbClr val="3D7A55"/>
          </a:solidFill>
          <a:ln w="12700">
            <a:solidFill>
              <a:srgbClr val="3D7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94183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Garmin Connect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" y="121615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Battery · Uni · HRV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Status · Aktiviteetit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0" y="1303020"/>
            <a:ext cx="685800" cy="0"/>
          </a:xfrm>
          <a:prstGeom prst="line">
            <a:avLst/>
          </a:prstGeom>
          <a:noFill/>
          <a:ln w="19050">
            <a:solidFill>
              <a:srgbClr val="3D7A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976" y="1239012"/>
            <a:ext cx="146304" cy="128016"/>
          </a:xfrm>
          <a:prstGeom prst="rect">
            <a:avLst/>
          </a:prstGeom>
          <a:solidFill>
            <a:srgbClr val="3D7A55"/>
          </a:solidFill>
          <a:ln w="12700">
            <a:solidFill>
              <a:srgbClr val="3D7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D7A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65960"/>
            <a:ext cx="64008" cy="868680"/>
          </a:xfrm>
          <a:prstGeom prst="rect">
            <a:avLst/>
          </a:prstGeom>
          <a:solidFill>
            <a:srgbClr val="3D7A55"/>
          </a:solidFill>
          <a:ln w="12700">
            <a:solidFill>
              <a:srgbClr val="3D7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" y="203911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Oura 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" y="231343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Kehon lämpötila · Readiness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· HRV balance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0" y="2400300"/>
            <a:ext cx="685800" cy="0"/>
          </a:xfrm>
          <a:prstGeom prst="line">
            <a:avLst/>
          </a:prstGeom>
          <a:noFill/>
          <a:ln w="19050">
            <a:solidFill>
              <a:srgbClr val="3D7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6976" y="2336292"/>
            <a:ext cx="146304" cy="128016"/>
          </a:xfrm>
          <a:prstGeom prst="rect">
            <a:avLst/>
          </a:prstGeom>
          <a:solidFill>
            <a:srgbClr val="3D7A55"/>
          </a:solidFill>
          <a:ln w="12700">
            <a:solidFill>
              <a:srgbClr val="3D7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6324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D7A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64008" cy="868680"/>
          </a:xfrm>
          <a:prstGeom prst="rect">
            <a:avLst/>
          </a:prstGeom>
          <a:solidFill>
            <a:srgbClr val="3D7A55"/>
          </a:solidFill>
          <a:ln w="12700">
            <a:solidFill>
              <a:srgbClr val="3D7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313639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/ Puhelin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" y="341071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Etäkysymykset &amp; tilapäivitykset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ilman Coworkia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0" y="3497580"/>
            <a:ext cx="685800" cy="0"/>
          </a:xfrm>
          <a:prstGeom prst="line">
            <a:avLst/>
          </a:prstGeom>
          <a:noFill/>
          <a:ln w="19050">
            <a:solidFill>
              <a:srgbClr val="3D7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36976" y="3433572"/>
            <a:ext cx="146304" cy="128016"/>
          </a:xfrm>
          <a:prstGeom prst="rect">
            <a:avLst/>
          </a:prstGeom>
          <a:solidFill>
            <a:srgbClr val="3D7A55"/>
          </a:solidFill>
          <a:ln w="12700">
            <a:solidFill>
              <a:srgbClr val="3D7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1097280"/>
            <a:ext cx="2377440" cy="2606040"/>
          </a:xfrm>
          <a:prstGeom prst="rect">
            <a:avLst/>
          </a:prstGeom>
          <a:solidFill>
            <a:srgbClr val="1B3A2A"/>
          </a:solidFill>
          <a:ln w="12700">
            <a:solidFill>
              <a:srgbClr val="1B3A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A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83280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(Cowork)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22677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daily-readiness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20440" y="25146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cache-updater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20440" y="27614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monthly-summary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20440" y="30083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activity-tagger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566160" y="3858768"/>
            <a:ext cx="201168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3858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säännöt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3858768"/>
            <a:ext cx="0" cy="-155448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1303020"/>
            <a:ext cx="640080" cy="0"/>
          </a:xfrm>
          <a:prstGeom prst="line">
            <a:avLst/>
          </a:prstGeom>
          <a:noFill/>
          <a:ln w="19050">
            <a:solidFill>
              <a:srgbClr val="3D7A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91656" y="1239012"/>
            <a:ext cx="146304" cy="128016"/>
          </a:xfrm>
          <a:prstGeom prst="rect">
            <a:avLst/>
          </a:prstGeom>
          <a:solidFill>
            <a:srgbClr val="3D7A55"/>
          </a:solidFill>
          <a:ln w="12700">
            <a:solidFill>
              <a:srgbClr val="3D7A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86868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37960" y="868680"/>
            <a:ext cx="64008" cy="8686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84264" y="94183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Readiness-kortti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84264" y="121615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🟢/🟡/🔴 + treenisuositus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aamu-check-in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760720" y="2400300"/>
            <a:ext cx="640080" cy="0"/>
          </a:xfrm>
          <a:prstGeom prst="line">
            <a:avLst/>
          </a:prstGeom>
          <a:noFill/>
          <a:ln w="19050">
            <a:solidFill>
              <a:srgbClr val="3D7A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91656" y="2336292"/>
            <a:ext cx="146304" cy="128016"/>
          </a:xfrm>
          <a:prstGeom prst="rect">
            <a:avLst/>
          </a:prstGeom>
          <a:solidFill>
            <a:srgbClr val="3D7A55"/>
          </a:solidFill>
          <a:ln w="12700">
            <a:solidFill>
              <a:srgbClr val="3D7A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37960" y="1965960"/>
            <a:ext cx="64008" cy="8686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84264" y="203911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Dashboard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84264" y="231343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training-dashboard.html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Visuaalinen harjoitusyhteenveto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760720" y="3497580"/>
            <a:ext cx="640080" cy="0"/>
          </a:xfrm>
          <a:prstGeom prst="line">
            <a:avLst/>
          </a:prstGeom>
          <a:noFill/>
          <a:ln w="19050">
            <a:solidFill>
              <a:srgbClr val="3D7A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91656" y="3433572"/>
            <a:ext cx="146304" cy="128016"/>
          </a:xfrm>
          <a:prstGeom prst="rect">
            <a:avLst/>
          </a:prstGeom>
          <a:solidFill>
            <a:srgbClr val="3D7A55"/>
          </a:solidFill>
          <a:ln w="12700">
            <a:solidFill>
              <a:srgbClr val="3D7A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306324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537960" y="3063240"/>
            <a:ext cx="64008" cy="8686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84264" y="313639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Coaching-muisti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84264" y="341071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events-log · memory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athlete-profile · race-card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A"/>
          </a:solidFill>
          <a:ln w="12700">
            <a:solidFill>
              <a:srgbClr val="1B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Workspace-rakenne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46120" y="822960"/>
            <a:ext cx="2651760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46120" y="8229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käyttäytymissäännöt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298448"/>
            <a:ext cx="0" cy="201168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AA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1993392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daily-readiness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Readiness-arvio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aamuisin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96312" y="1847088"/>
            <a:ext cx="1993392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87752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cache-updater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87752" y="2148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Synkkaa Garmin-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aktiviteetit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26864" y="1847088"/>
            <a:ext cx="1993392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18304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monthly-summary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18304" y="2148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Kuukausi-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yhteenveto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57416" y="1847088"/>
            <a:ext cx="1993392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48856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activity-tagger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48856" y="2148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Luokittelee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yksittäisen session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27614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AA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DATATIEDOSTOT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3D7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35808"/>
            <a:ext cx="54864" cy="713232"/>
          </a:xfrm>
          <a:prstGeom prst="rect">
            <a:avLst/>
          </a:prstGeom>
          <a:solidFill>
            <a:srgbClr val="6AAF3D"/>
          </a:solidFill>
          <a:ln w="12700">
            <a:solidFill>
              <a:srgbClr val="6AA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activity-cache.csv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" y="33101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aktiviteettia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→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96312" y="3035808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3D7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96312" y="3035808"/>
            <a:ext cx="54864" cy="713232"/>
          </a:xfrm>
          <a:prstGeom prst="rect">
            <a:avLst/>
          </a:prstGeom>
          <a:solidFill>
            <a:srgbClr val="6AAF3D"/>
          </a:solidFill>
          <a:ln w="12700">
            <a:solidFill>
              <a:srgbClr val="6AA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24328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athlete-profile.md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24328" y="33101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Biometriikka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HR-vyöhykkeet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26864" y="3035808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3D7A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26864" y="3035808"/>
            <a:ext cx="54864" cy="713232"/>
          </a:xfrm>
          <a:prstGeom prst="rect">
            <a:avLst/>
          </a:prstGeom>
          <a:solidFill>
            <a:srgbClr val="6AAF3D"/>
          </a:solidFill>
          <a:ln w="12700">
            <a:solidFill>
              <a:srgbClr val="6AAF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events-log.md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3101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Sairaudet &amp;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häiriöt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57416" y="3035808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3D7A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57416" y="3035808"/>
            <a:ext cx="54864" cy="713232"/>
          </a:xfrm>
          <a:prstGeom prst="rect">
            <a:avLst/>
          </a:prstGeom>
          <a:solidFill>
            <a:srgbClr val="6AAF3D"/>
          </a:solidFill>
          <a:ln w="12700">
            <a:solidFill>
              <a:srgbClr val="6AA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5432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race-card.md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85432" y="33101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Kisareferenssi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Aikataulut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3813048"/>
            <a:ext cx="0" cy="182880"/>
          </a:xfrm>
          <a:prstGeom prst="line">
            <a:avLst/>
          </a:prstGeom>
          <a:noFill/>
          <a:ln w="19050">
            <a:solidFill>
              <a:srgbClr val="3D7A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4640" y="3995928"/>
            <a:ext cx="3474720" cy="658368"/>
          </a:xfrm>
          <a:prstGeom prst="rect">
            <a:avLst/>
          </a:prstGeom>
          <a:solidFill>
            <a:srgbClr val="1B3A2A"/>
          </a:solidFill>
          <a:ln w="12700">
            <a:solidFill>
              <a:srgbClr val="1B3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4640" y="40142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A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training-dashboard.html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834640" y="4306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8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Generoitu automaattisesti · update-dashboard.py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A"/>
          </a:solidFill>
          <a:ln w="12700">
            <a:solidFill>
              <a:srgbClr val="1B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Esimerkkejä käytöstä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114800" cy="54864"/>
          </a:xfrm>
          <a:prstGeom prst="rect">
            <a:avLst/>
          </a:prstGeom>
          <a:solidFill>
            <a:srgbClr val="6AAF3D"/>
          </a:solidFill>
          <a:ln w="12700">
            <a:solidFill>
              <a:srgbClr val="6AA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868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Aamun readiness-tarkistus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868680"/>
            <a:ext cx="1005840" cy="256032"/>
          </a:xfrm>
          <a:prstGeom prst="rect">
            <a:avLst/>
          </a:prstGeom>
          <a:solidFill>
            <a:srgbClr val="D8E8DB"/>
          </a:solidFill>
          <a:ln w="12700">
            <a:solidFill>
              <a:srgbClr val="D8E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868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daily-readiness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48056" y="1234440"/>
            <a:ext cx="3858768" cy="292608"/>
          </a:xfrm>
          <a:prstGeom prst="rect">
            <a:avLst/>
          </a:prstGeom>
          <a:solidFill>
            <a:srgbClr val="E4F0E6"/>
          </a:solidFill>
          <a:ln w="12700">
            <a:solidFill>
              <a:srgbClr val="BDDB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23444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"Miltä päivän kunto näyttää?"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" y="1618488"/>
            <a:ext cx="38587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Kohtalainen — HRV 34 ms (alle peruslinjan 39–41). Body Battery MODERATE. Oura temp normaali. 35 min Z1 sopii huomiseksi.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777240"/>
            <a:ext cx="4114800" cy="54864"/>
          </a:xfrm>
          <a:prstGeom prst="rect">
            <a:avLst/>
          </a:prstGeom>
          <a:solidFill>
            <a:srgbClr val="6AAF3D"/>
          </a:solidFill>
          <a:ln w="12700">
            <a:solidFill>
              <a:srgbClr val="6AA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868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Aktiviteettidatan päivitys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26680" y="868680"/>
            <a:ext cx="1005840" cy="256032"/>
          </a:xfrm>
          <a:prstGeom prst="rect">
            <a:avLst/>
          </a:prstGeom>
          <a:solidFill>
            <a:srgbClr val="D8E8DB"/>
          </a:solidFill>
          <a:ln w="12700">
            <a:solidFill>
              <a:srgbClr val="D8E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868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cache-updater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837176" y="1234440"/>
            <a:ext cx="3858768" cy="292608"/>
          </a:xfrm>
          <a:prstGeom prst="rect">
            <a:avLst/>
          </a:prstGeom>
          <a:solidFill>
            <a:srgbClr val="E4F0E6"/>
          </a:solidFill>
          <a:ln w="12700">
            <a:solidFill>
              <a:srgbClr val="BDDB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123444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"Päivitä cache"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37176" y="1618488"/>
            <a:ext cx="38587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Lisätty 4 uutta aktiviteettia (26.–29.3.). Cache kattaa nyt Jan 2025 → 29.3.2026 (268 aktiviteettia). Dashboard päivitetty.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17520"/>
            <a:ext cx="4114800" cy="54864"/>
          </a:xfrm>
          <a:prstGeom prst="rect">
            <a:avLst/>
          </a:prstGeom>
          <a:solidFill>
            <a:srgbClr val="6AAF3D"/>
          </a:solidFill>
          <a:ln w="12700">
            <a:solidFill>
              <a:srgbClr val="6AA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Kuukausiyhteenveto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3108960"/>
            <a:ext cx="1005840" cy="256032"/>
          </a:xfrm>
          <a:prstGeom prst="rect">
            <a:avLst/>
          </a:prstGeom>
          <a:solidFill>
            <a:srgbClr val="D8E8DB"/>
          </a:solidFill>
          <a:ln w="12700">
            <a:solidFill>
              <a:srgbClr val="D8E8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108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monthly-summary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8056" y="3474720"/>
            <a:ext cx="3858768" cy="292608"/>
          </a:xfrm>
          <a:prstGeom prst="rect">
            <a:avLst/>
          </a:prstGeom>
          <a:solidFill>
            <a:srgbClr val="E4F0E6"/>
          </a:solidFill>
          <a:ln w="12700">
            <a:solidFill>
              <a:srgbClr val="BDDB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" y="347472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"Miten helmikuu meni?"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" y="3858768"/>
            <a:ext cx="38587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Feb: 12 sessiota · 48 km · 2 210 m D+. Z3 osuus 38 % — harmaata vyöhykettä liikaa. Polarisoi jakaumaa.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30175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017520"/>
            <a:ext cx="4114800" cy="54864"/>
          </a:xfrm>
          <a:prstGeom prst="rect">
            <a:avLst/>
          </a:prstGeom>
          <a:solidFill>
            <a:srgbClr val="6AAF3D"/>
          </a:solidFill>
          <a:ln w="12700">
            <a:solidFill>
              <a:srgbClr val="6AA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37176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Telegram-etäkäyttö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26680" y="3108960"/>
            <a:ext cx="1005840" cy="256032"/>
          </a:xfrm>
          <a:prstGeom prst="rect">
            <a:avLst/>
          </a:prstGeom>
          <a:solidFill>
            <a:srgbClr val="D8E8DB"/>
          </a:solidFill>
          <a:ln w="12700">
            <a:solidFill>
              <a:srgbClr val="D8E8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3108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→ Claude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37176" y="3474720"/>
            <a:ext cx="3858768" cy="292608"/>
          </a:xfrm>
          <a:prstGeom prst="rect">
            <a:avLst/>
          </a:prstGeom>
          <a:solidFill>
            <a:srgbClr val="E4F0E6"/>
          </a:solidFill>
          <a:ln w="12700">
            <a:solidFill>
              <a:srgbClr val="BDDB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7176" y="347472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"Feeling tired, skip today?"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37176" y="3858768"/>
            <a:ext cx="38587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Battery 31, HRV 34 ms, Oura 64/100. Lepopäivä sopii — pidetään. Huomenna katsotaan uudelleen.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 Running Coach — Arkkitehtuuri</dc:title>
  <dc:subject>PptxGenJS Presentation</dc:subject>
  <dc:creator>PptxGenJS</dc:creator>
  <cp:lastModifiedBy>PptxGenJS</cp:lastModifiedBy>
  <cp:revision>1</cp:revision>
  <dcterms:created xsi:type="dcterms:W3CDTF">2026-03-30T17:31:07Z</dcterms:created>
  <dcterms:modified xsi:type="dcterms:W3CDTF">2026-03-30T17:31:07Z</dcterms:modified>
</cp:coreProperties>
</file>